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D6A4B"/>
                </a:solidFill>
              </a:rPr>
              <a:t>Product Lifecycle — Adapt &amp; Optimize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2462F"/>
                </a:solidFill>
              </a:rPr>
              <a:t>Retrospective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</a:rPr>
              <a:t>[Product / Feature]    |    [Date]    |    [Author]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Start / Stop /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Format: Start — Stop —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Team: [Names]    |    Date: [DD/MM/YYYY]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Facilitator: [Name]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1226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Duration: [X minutes]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Continue — What's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Votes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[Practice or behaviour]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[N]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Keep as-is / Formalise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[Practice or behaviour]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Keep as-is / Document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Stop — What Needs to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Votes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[Pain point or waste]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[N]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[How we will stop doing this]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[Pain point or waste]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[How we will stop doing this]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Start — What We Should 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Votes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Try by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[New idea or experiment]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[N]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[Name]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[Date]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[New idea or experiment]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[Date]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Due Date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[Action from retro]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[Name]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[Date]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[Action from retro]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[Date]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[Previous action — status check]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[Name]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Done / In Progress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