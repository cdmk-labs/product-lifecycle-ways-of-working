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D6A4B"/>
                </a:solidFill>
              </a:rPr>
              <a:t>Product Lifecycle — Develop &amp; Deliver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2462F"/>
                </a:solidFill>
              </a:rPr>
              <a:t>Sprint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</a:rPr>
              <a:t>[Product / Feature]    |    [Date]    |    [Author]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Sprint Goal &amp;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Sprint: [Number / Name]    |    Dates: [Start] – [End]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Goal: [What was the team trying to achieve this sprint?]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2821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Overall status:  ✅ On track  /  ⚠️ At risk  /  ❌ Off track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Completed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Item / Story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Demo?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[Story ID]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[Brief description]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[Story ID]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[Brief description]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[Story ID]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[Brief description]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No — carried forward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Stakeholder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[Feedback point 1 from demo]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[Feedback point 2 from demo]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2821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[Feedback point 3 from demo]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1226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Actions raised: [List or 'None']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Metrics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412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Previous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Trend</a:t>
                      </a:r>
                    </a:p>
                  </a:txBody>
                  <a:tcPr>
                    <a:solidFill>
                      <a:srgbClr val="0246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[Metric name]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[Value]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[Value]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↑ / → / ↓</a:t>
                      </a:r>
                    </a:p>
                  </a:txBody>
                  <a:tcPr>
                    <a:solidFill>
                      <a:srgbClr val="EE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[Metric 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[Value]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[Value]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↑ / → / 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4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462F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D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Next sprint planning: [Date]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Key focus: [Topic]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2821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Dependencies to resolve: [List]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1226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–  Risks to watch: [List]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