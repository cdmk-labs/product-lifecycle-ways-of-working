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D6A4B"/>
                </a:solidFill>
              </a:rPr>
              <a:t>Product Lifecycle — Measure &amp;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2462F"/>
                </a:solidFill>
              </a:rPr>
              <a:t>Insights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</a:rPr>
              <a:t>[Product / Feature]    |    [Date]    |    [Author]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Period: [DD/MM/YYYY – DD/MM/YYYY]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[Key finding 1 — most important insight]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[Key finding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1226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Recommended action: [Top recommendation]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Performance Against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vs. Baseline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Trend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[North Star]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[Target]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[Actual]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[+/- X%]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↑ / → / ↓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[Supporting]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[Target]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[Actual]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[+/- X%]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↑ / → / 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[Counter]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[Target]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[Actual]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[+/- X%]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↑ / → / ↓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User Feedback Themes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Sentiment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Example Quote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[Theme 1]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High / Med / Low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Positive / Neutral / Negative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"[Quote]"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[Theme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High / Med /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Positive / Neutral /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"[Quote]"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1.  [Insight title]: [Explanation and evidence]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2.  [Insight title]: [Explanation and evidence]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3.  [Insight title]: [Explanation and evidence]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Proposed Owner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[Action]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High / Med / Low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[Why]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[Team]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[Action]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High / Med /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[Why]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[Team]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