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D6A4B"/>
                </a:solidFill>
              </a:rPr>
              <a:t>Product Lifecycle — Operate &amp;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2462F"/>
                </a:solidFill>
              </a:rPr>
              <a:t>Operational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</a:rPr>
              <a:t>[Product / Feature]    |    [Date]    |    [Author]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Service 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8412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Availability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[X]%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[X]%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✅ / ⚠️ / ❌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P95 Response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[Xms]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[Xms]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✅ / ⚠️ / 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Error Rate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&lt; [X]%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[X]%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✅ / ⚠️ / ❌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[Custom SLA]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[Target]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[Actual]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✅ / ⚠️ / 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Incidents This Period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841248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Severity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Resolved?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[INC-XXX]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P[1–4]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[Date]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[Xh Ym]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[Brief cause]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Yes / No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Highlights &amp; Concerns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✅  [What went well — achievement or improvement]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✅  [What went well]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2821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⚠️  [Issue or concern that needs attention]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12264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⚠️  [Recurring problem or risk area]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Improvement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8412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Due Date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[Action]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[Name]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[Date]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In progress / Planned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[Action]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[Name]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[Date]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 progress / 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Next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Next review date: [DD/MM/YYYY]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Focus areas: [Topics to prioritise]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2821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Attendees: [Names / Roles]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